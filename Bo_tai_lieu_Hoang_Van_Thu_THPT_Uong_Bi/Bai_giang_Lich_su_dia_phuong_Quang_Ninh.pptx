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01F"/>
                </a:solidFill>
              </a:defRPr>
            </a:pPr>
            <a:r>
              <a:t>LỊCH SỬ ĐỊA PHƯƠNG QUẢNG NINH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Tỉnh Quảng Ninh - Từ thời tiền sử đến ngày nay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Giáo viên: Hoàng Văn Thủ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4A01F"/>
                </a:solidFill>
              </a:defRPr>
            </a:pPr>
            <a:r>
              <a:t>Trường THPT Uông Bí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F"/>
                </a:solidFill>
              </a:defRPr>
            </a:pPr>
            <a:r>
              <a:t>MỤC TIÊU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Hiểu được quá trình hình thành và phát triển của tỉnh Quảng Ninh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Nắm vững các sự kiện lịch sử tiêu biểu: trận Bạch Đằng, khai thác than, cách mạng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Phân tích được vai trò của Quảng Ninh trong lịch sử dân tộc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Bồi dưỡng tình yêu quê hương, ý thức bảo vệ di sản văn hóa địa phương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Phát triển năng lực tư duy lịch sử và làm việc nhóm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F"/>
                </a:solidFill>
              </a:defRPr>
            </a:pPr>
            <a:r>
              <a:t>QUẢNG NINH THỜI TIỀN SỬ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Di chỉ khảo cổ học: hang động tại Hạ Long, Móng Cái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Cư dân cổ: văn hóa Hạ Long (khoảng 3000-5000 năm TCN)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Đời sống: săn bắn, hái lượm, đánh cá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Di tích tiêu biểu: di chỉ Cái Bèo (Cát Bà), di chỉ Xóm Cồn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Điều kiện tự nhiên thuận lợi: biển, đảo, sông, rừng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F"/>
                </a:solidFill>
              </a:defRPr>
            </a:pPr>
            <a:r>
              <a:t>THỜI KỲ BẮC THUỘC &amp; PHONG KIẾN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Vùng đất chiến lược: cửa ngõ Đông Bắc Tổ quốc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Thời kỳ phong kiến: thuộc lộ Hải Đông, trấn An Bang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Vai trò phòng thủ bờ cõi: hệ thống đồn ải biên giới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Văn hóa: giao thoa Việt - Hoa, tín ngưỡng dân gian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Kinh tế: buôn bán đường biển, đánh bắt hải sản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F"/>
                </a:solidFill>
              </a:defRPr>
            </a:pPr>
            <a:r>
              <a:t>CHIẾN THẮNG BẠCH ĐẰNG (938 &amp; 1288)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Bạch Đằng 938: Ngô Quyền đánh tan quân Nam Hán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  → Kết thúc 1000 năm Bắc thuộc, mở kỷ nguyên độc lập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Bạch Đằng 1288: Trần Hưng Đạo đại phá quân Nguyên-Mông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  → Chiến lược cọc gỗ trên sông, thiên thời địa lợi nhân hòa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Di tích: bãi cọc Bạch Đằng (di tích quốc gia đặc biệt)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Ý nghĩa: biểu tượng sức mạnh chống ngoại xâm dân tộc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F"/>
                </a:solidFill>
              </a:defRPr>
            </a:pPr>
            <a:r>
              <a:t>YÊN TỬ &amp; THIỀN PHÁI TRÚC LÂM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Vua Trần Nhân Tông tu hành tại Yên Tử (thế kỷ 13)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Sáng lập Thiền phái Trúc Lâm Yên Tử - Phật giáo Việt Nam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Quần thể di tích: Chùa Đồng, Hoa Yên, Giải Oan, Một Mái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Trung tâm văn hóa-tôn giáo quốc 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Di sản văn hóa phi vật thể quốc gia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Ngày nay: trung tâm du lịch tâm linh, di tích đặc biệt quốc gia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F"/>
                </a:solidFill>
              </a:defRPr>
            </a:pPr>
            <a:r>
              <a:t>THỜI THUỘC PHÁP &amp; KHAI THÁC THAN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Pháp chiếm Quảng Ninh (1874-1884)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Mỏ than Mạo Khê, Cẩm Phả, Hòn Gai: khai thác quy mô lớn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Đồn than: công nhân mỏ chịu áp bức, bóc lột nặng nề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Phong trào đấu tranh: đình công thợ mỏ (1936)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Vùng mỏ trở thành cái nôi giai cấp công nhân Việt Nam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Di tích: Bảo tàng Quảng Ninh, Khu di tích Đền Cửa Ông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F"/>
                </a:solidFill>
              </a:defRPr>
            </a:pPr>
            <a:r>
              <a:t>CÁCH MẠNG THÁNG TÁM &amp; KHÁNG CHIẾN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19/8/1945: Khởi nghĩa giành chính quyền tại Hòn Gai, Cẩm Phả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Bác Hồ thăm Quảng Ninh (1958): "Kỳ quan đất nước phải giữ gìn"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Kháng chiến chống Pháp: Vùng mỏ là hậu phương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Kháng chiến chống Mỹ: công nhân mỏ thi đua sản xuất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Ngày 30/10/1963: Hợp nhất tỉnh Hải Ninh + khu Hồng Quảng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  → Tỉnh Quảng Ninh chính thức được thành lập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F"/>
                </a:solidFill>
              </a:defRPr>
            </a:pPr>
            <a:r>
              <a:t>QUẢNG NINH TỪ ĐỔI MỚI ĐẾN NAY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Đổi mới 1986: chuyển đổi kinh tế, phát triển công nghiệp-dịch vụ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Hạ Long được UNESCO công nhận Di sản Thiên nhiên Thế giới (1994, 2000)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Uông Bí: phát triển công nghiệp, du lịch tâm linh (Yên Tử)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GDP đứng đầu miền Bắc (trừ Hà Nội, Hải Phòng)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Hạ tầng: cao tốc Hà Nội-Hải Phòng-Hạ Long, sân bay Vân Đồn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Mục tiêu: thành phố trực thuộc trung ương trước 2030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F"/>
                </a:solidFill>
              </a:defRPr>
            </a:pPr>
            <a:r>
              <a:t>UÔNG BÍ - QUÊ HƯƠNG 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Thị xã Uông Bí: cửa ngõ phía Tây tỉnh Quảng Ninh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Núi Yên Tử: trung tâm Phật giáo Trúc Lâm, di tích quốc gia đặc biệt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Chùa Ba Vàng: ngôi chùa lớn nhất Quảng Ninh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Công nghiệp: nhiệt điện Uông Bí, xi măng, cơ khí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Văn hóa: lễ hội Yên Tử, hát Chèo, hát Nhà trò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THPT Uông Bí: ngôi trường với truyền thống dạy tốt-học tốt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01F"/>
                </a:solidFill>
              </a:defRPr>
            </a:pPr>
            <a:r>
              <a:t>CÂU HỎI THẢO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1. Vì sao sông Bạch Đằng gắn liền với 2 chiến thắng lịch sử (938, 1288)?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2. Thiền phái Trúc Lâm có ý nghĩa gì đối với văn hóa Việt Nam?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3. Giai cấp công nhân mỏ Quảng Ninh đóng vai trò gì trong cách mạng?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4. Em hãy kể tên 3 di sản văn hóa tiêu biểu của tỉnh Quảng Ninh?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5. Uông Bí có những tiềm năng phát triển nào trong tương lai?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01F"/>
                </a:solidFill>
              </a:defRPr>
            </a:pPr>
            <a:r>
              <a:t>CẢM ƠN CÁC EM!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"Lịch sử địa phương là gốc rễ của tình yêu Tổ quốc"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4A01F"/>
                </a:solidFill>
              </a:defRPr>
            </a:pPr>
            <a:r>
              <a:t>GV Hoàng Văn Thủ - THPT Uông Bí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