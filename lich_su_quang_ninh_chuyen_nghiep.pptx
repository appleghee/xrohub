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</a:defRPr>
            </a:pPr>
            <a:r>
              <a:t>LỊCH SỬ TỈNH QUẢNG NINH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5F5"/>
                </a:solidFill>
              </a:defRPr>
            </a:pPr>
            <a:r>
              <a:t>Hành trình qua các thời kỳ lịch sử dân tộc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5486400" cy="9144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1. THỜI TIỀN SỬ VÀ SƠ SỬ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85953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Con người sinh sống từ hàng nghìn năm trước với dấu tích tại các hang động và đảo trên vịnh Hạ Long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Thuộc lãnh thổ các nhà nước cổ Văn Lang và Âu Lạc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Nơi cư trú của người Việt cổ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2. THỜI BẮC THUỘC (Thế kỷ II TCN – Thế kỷ X)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85953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Nằm dưới sự cai trị của các triều đại phong kiến phương Bắc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Nhân dân tham gia nhiều cuộc khởi nghĩa chống Bắc thuộc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Góp phần trong khởi nghĩa Hai Bà Trưng và các phong trào đấu tranh khác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3. THỜI PHONG KIẾN ĐỘC LẬP (Thế kỷ X – XIX)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85953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Vùng biên giới quan trọng về kinh tế và quốc phòng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Năm 938: Ngô Quyền đánh bại quân Nam Hán trên sông Bạch Đằng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Năm 1288: Trần Hưng Đạo chiến thắng quân Nguyên–Mông tại Bạch Đằng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Yên Tử trở thành trung tâm Thiền phái Trúc Lâm do Trần Nhân Tông sáng lập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4. THỜI PHÁP THUỘC (1883–1945)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85953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Thực dân Pháp khai thác mạnh các mỏ than ở Hòn Gai, Cẩm Phả, Uông Bí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Hình thành giai cấp công nhân mỏ - lực lượng cách mạng quan trọng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Năm 1936: Tổng bãi công của thợ mỏ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Hình thành truyền thống "Kỷ luật và Đồng tâm"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5. THỜI KỲ KHÁNG CHIẾN (1945–1975)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85953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Sau Cách mạng Tháng Tám 1945, tham gia kháng chiến chống Pháp và Mỹ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Than Quảng Ninh đóng vai trò quan trọng trong phát triển kinh tế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Phục vụ công cuộc xây dựng và bảo vệ đất nước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6. TỪ NĂM 1963 ĐẾN NAY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3931920" cy="5120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0" y="1280160"/>
            <a:ext cx="3931920" cy="5120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749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9999"/>
                </a:solidFill>
              </a:defRPr>
            </a:pPr>
            <a:r>
              <a:t>Thành lập &amp; Phát triển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749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Ngày 30/10/1963: Thành lập tỉnh từ hợp nhất khu Hồng Quảng và tỉnh Hải Ninh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Sau Đổi mới 1986, phát triển mạnh mẽ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Khai thác và chế biến than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Du lịch với Vịnh Hạ Long - Di sản Thiên nhiên Thế giới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371600"/>
            <a:ext cx="3749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9999"/>
                </a:solidFill>
              </a:defRPr>
            </a:pPr>
            <a:r>
              <a:t>Các lĩnh vực trọng điểm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28800"/>
            <a:ext cx="3749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Thương mại biên giới với Trung Quốc qua Cửa khẩu Móng Cái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Phát triển công nghiệp và dịch vụ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Hạ tầng giao thông hiện đại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Trở thành điểm đến du lịch hàng đầu Việt Nam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Ý NGHĨA LỊCH SỬ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85953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Vị trí chiến lược về quốc phòng-an ninh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Cái nôi của ngành công nghiệp khai thác than Việt Nam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Nổi tiếng với di sản thiên nhiên và văn hóa thế giới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Đóng góp quan trọng vào phát triển kinh tế và lịch sử dân tộc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