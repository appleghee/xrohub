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Lịch sử tỉnh Quảng Ninh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Hành trình qua các giai đoạn lịch sử dân tộc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Thời tiền sử và sơ sử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 người sinh sống từ hàng nghìn năm trước</a:t>
            </a:r>
          </a:p>
          <a:p>
            <a:pPr lvl="1"/>
            <a:r>
              <a:t>Dấu tích tại hang động và đảo trên vịnh Hạ Long</a:t>
            </a:r>
          </a:p>
          <a:p>
            <a:pPr lvl="1"/>
            <a:r>
              <a:t>Thuộc lãnh thổ Văn Lang và Âu Lạc</a:t>
            </a:r>
          </a:p>
          <a:p>
            <a:pPr lvl="1"/>
            <a:r>
              <a:t>Nơi cư trú của người Việt cổ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Thời Bắc thuộc (thế kỷ II TCN – thế kỷ 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Nằm dưới sự cai trị của phong kiến phương Bắc</a:t>
            </a:r>
          </a:p>
          <a:p>
            <a:pPr lvl="1"/>
            <a:r>
              <a:t>Tham gia khởi nghĩa Hai Bà Trưng</a:t>
            </a:r>
          </a:p>
          <a:p>
            <a:pPr lvl="1"/>
            <a:r>
              <a:t>Nhiều phong trào đấu tranh chống Bắc thuộc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Thời phong kiến độc lập (thế kỷ X – XIX)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Vùng biên giới quan trọng về kinh tế và phòng thủ</a:t>
            </a:r>
          </a:p>
          <a:p>
            <a:pPr lvl="1"/>
            <a:r>
              <a:t>938: Ngô Quyền đánh bại quân Nam Hán trên sông Bạch Đằng</a:t>
            </a:r>
          </a:p>
          <a:p>
            <a:pPr lvl="1"/>
            <a:r>
              <a:t>1288: Trần Hưng Đạo chiến thắng quân Nguyên–Mông</a:t>
            </a:r>
          </a:p>
          <a:p>
            <a:pPr lvl="1"/>
            <a:r>
              <a:t>Yên Tử - trung tâm Thiền phái Trúc Lâm (Trần Nhân Tông)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Thời Pháp thuộc (1883–1945)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Pháp khai thác mỏ than ở Hòn Gai, Cẩm Phả, Uông Bí</a:t>
            </a:r>
          </a:p>
          <a:p>
            <a:pPr lvl="1"/>
            <a:r>
              <a:t>Hình thành giai cấp công nhân mỏ</a:t>
            </a:r>
          </a:p>
          <a:p>
            <a:pPr lvl="1"/>
            <a:r>
              <a:t>1936: Tổng bãi công thợ mỏ - truyền thống "Kỷ luật và Đồng tâm"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Thời kỳ kháng chiến (1945–1975)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Tham gia kháng chiến chống Pháp và chống Mỹ</a:t>
            </a:r>
          </a:p>
          <a:p>
            <a:pPr lvl="1"/>
            <a:r>
              <a:t>Than Quảng Ninh phục vụ phát triển kinh tế và đất nước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Từ năm 1963 đến nay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30/10/1963: Thành lập tỉnh Quảng Ninh (Hợp nhất Hồng Quảng + Hải Ninh)</a:t>
            </a:r>
          </a:p>
          <a:p>
            <a:pPr lvl="1"/>
            <a:r>
              <a:t>Phát triển mạnh sau Đổi mới (1986):</a:t>
            </a:r>
          </a:p>
          <a:p>
            <a:pPr lvl="2"/>
            <a:r>
              <a:t>Khai thác và chế biến than</a:t>
            </a:r>
          </a:p>
          <a:p>
            <a:pPr lvl="2"/>
            <a:r>
              <a:t>Du lịch (Vịnh Hạ Long - Di sản Thế giới)</a:t>
            </a:r>
          </a:p>
          <a:p>
            <a:pPr lvl="2"/>
            <a:r>
              <a:t>Thương mại biên giới (Cửa khẩu Móng Cái)</a:t>
            </a:r>
          </a:p>
          <a:p>
            <a:pPr lvl="2"/>
            <a:r>
              <a:t>Công nghiệp, dịch vụ và hạ tầng hiện đại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Ý nghĩa lịch sử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Vị trí chiến lược về quốc phòng</a:t>
            </a:r>
          </a:p>
          <a:p>
            <a:pPr lvl="1"/>
            <a:r>
              <a:t>Cái nôi ngành công nghiệp khai thác than Việt Nam</a:t>
            </a:r>
          </a:p>
          <a:p>
            <a:pPr lvl="1"/>
            <a:r>
              <a:t>Nổi tiếng với di sản thiên nhiên và văn hóa</a:t>
            </a:r>
          </a:p>
          <a:p>
            <a:pPr lvl="1"/>
            <a:r>
              <a:t>Góp phần quan trọng vào phát triển kinh tế và lịch sử đất nước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